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embeddedFontLst>
    <p:embeddedFont>
      <p:font typeface="CinzelDecorative-Bold"/>
      <p:regular r:id="rId201314"/>
    </p:embeddedFont>
    <p:embeddedFont>
      <p:font typeface="PlayfairDisplay-BoldItalic"/>
      <p:regular r:id="rId201315"/>
    </p:embeddedFont>
    <p:embeddedFont>
      <p:font typeface="Merriweather-Regular"/>
      <p:regular r:id="rId201316"/>
    </p:embeddedFont>
    <p:embeddedFont>
      <p:font typeface="Cormorant Garamond"/>
      <p:regular r:id="rId201317"/>
      <p:bold r:id="rId301314"/>
    </p:embeddedFont>
    <p:embeddedFont>
      <p:font typeface="TimesNewRomanPS-ItalicMT"/>
      <p:regular r:id="rId201318"/>
    </p:embeddedFont>
    <p:embeddedFont>
      <p:font typeface="TimesNewRomanPS-BoldItalicMT"/>
      <p:regular r:id="rId201319"/>
    </p:embeddedFont>
    <p:embeddedFont>
      <p:font typeface="PlayfairDisplay-Italic"/>
      <p:regular r:id="rId201320"/>
      <p:bold r:id="rId301315"/>
    </p:embeddedFont>
    <p:embeddedFont>
      <p:font typeface="Open Sans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1625" y="1219200"/>
            <a:ext cx="880110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250"/>
              </a:lnSpc>
              <a:buNone/>
            </a:pPr>
            <a:r>
              <a:rPr lang="en-US" sz="8250" dirty="0">
                <a:solidFill>
                  <a:srgbClr val="F0B247"/>
                </a:solidFill>
                <a:latin typeface="CinzelDecorative-Bold" pitchFamily="34" charset="0"/>
                <a:ea typeface="CinzelDecorative-Bold" pitchFamily="34" charset="-122"/>
                <a:cs typeface="CinzelDecorative-Bold" pitchFamily="34" charset="-120"/>
              </a:rPr>
              <a:t>Congkak</a:t>
            </a:r>
            <a:endParaRPr lang="en-US" sz="8250" dirty="0"/>
          </a:p>
        </p:txBody>
      </p:sp>
      <p:sp>
        <p:nvSpPr>
          <p:cNvPr id="4" name="Text 1"/>
          <p:cNvSpPr/>
          <p:nvPr/>
        </p:nvSpPr>
        <p:spPr>
          <a:xfrm>
            <a:off x="1628775" y="2524125"/>
            <a:ext cx="4882455" cy="1119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06"/>
              </a:lnSpc>
              <a:buNone/>
            </a:pPr>
            <a:r>
              <a:rPr lang="en-US" sz="3525" dirty="0">
                <a:solidFill>
                  <a:srgbClr val="F0EAD6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The Traditional</a:t>
            </a:r>
            <a:pPr indent="0" marL="0">
              <a:lnSpc>
                <a:spcPts val="4406"/>
              </a:lnSpc>
              <a:buNone/>
            </a:pPr>
            <a:r>
              <a:rPr lang="en-US" sz="3525" dirty="0">
                <a:solidFill>
                  <a:srgbClr val="F0EAD6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
</a:t>
            </a:r>
            <a:pPr indent="0" marL="0">
              <a:lnSpc>
                <a:spcPts val="4406"/>
              </a:lnSpc>
              <a:buNone/>
            </a:pPr>
            <a:r>
              <a:rPr lang="en-US" sz="3525" dirty="0">
                <a:solidFill>
                  <a:srgbClr val="F0EAD6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Heart of Malaysia</a:t>
            </a:r>
            <a:endParaRPr lang="en-US" sz="3525" dirty="0"/>
          </a:p>
        </p:txBody>
      </p:sp>
      <p:sp>
        <p:nvSpPr>
          <p:cNvPr id="5" name="Text 2"/>
          <p:cNvSpPr/>
          <p:nvPr/>
        </p:nvSpPr>
        <p:spPr>
          <a:xfrm>
            <a:off x="1628775" y="4371975"/>
            <a:ext cx="5752058" cy="11394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An introduction to Congkak — a traditional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Malaysian board game of strategy and social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bonding, rooted in centuries of cultural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0EAD6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heritage and royal tradition.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1843088" y="704850"/>
            <a:ext cx="4714875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725" b="1" spc="60" kern="0" dirty="0">
                <a:solidFill>
                  <a:srgbClr val="F0EAD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Traditional Malaysian Heritage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3750915" y="6105525"/>
            <a:ext cx="2975521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F0EAD6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A Cultural Heritage Presentation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2391668" y="6105525"/>
            <a:ext cx="607665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F0B247"/>
                </a:solidFill>
                <a:latin typeface="TimesNewRomanPS-BoldItalicMT" pitchFamily="34" charset="0"/>
                <a:ea typeface="TimesNewRomanPS-BoldItalicMT" pitchFamily="34" charset="-122"/>
                <a:cs typeface="TimesNewRomanPS-BoldItalicMT" pitchFamily="34" charset="-120"/>
              </a:rPr>
              <a:t>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263" y="6501259"/>
            <a:ext cx="316855" cy="2742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84" y="4629150"/>
            <a:ext cx="499765" cy="5005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859" y="651421"/>
            <a:ext cx="4888855" cy="31614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294" y="5479405"/>
            <a:ext cx="536377" cy="52119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4142184"/>
            <a:ext cx="804565" cy="22621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090" y="2509986"/>
            <a:ext cx="548580" cy="438894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076325" y="933450"/>
            <a:ext cx="9692640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730"/>
              </a:lnSpc>
              <a:buNone/>
            </a:pPr>
            <a:r>
              <a:rPr lang="en-US" sz="3975" dirty="0">
                <a:solidFill>
                  <a:srgbClr val="004235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Summary of Rules</a:t>
            </a:r>
            <a:endParaRPr lang="en-US" sz="3975" dirty="0"/>
          </a:p>
        </p:txBody>
      </p:sp>
      <p:sp>
        <p:nvSpPr>
          <p:cNvPr id="10" name="Text 1"/>
          <p:cNvSpPr/>
          <p:nvPr/>
        </p:nvSpPr>
        <p:spPr>
          <a:xfrm>
            <a:off x="1143000" y="542925"/>
            <a:ext cx="493776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Rules &amp; Gameplay</a:t>
            </a:r>
            <a:endParaRPr lang="en-US" sz="2025" dirty="0"/>
          </a:p>
        </p:txBody>
      </p:sp>
      <p:sp>
        <p:nvSpPr>
          <p:cNvPr id="11" name="Text 2"/>
          <p:cNvSpPr/>
          <p:nvPr/>
        </p:nvSpPr>
        <p:spPr>
          <a:xfrm>
            <a:off x="7667625" y="4981575"/>
            <a:ext cx="424338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4A2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A turn ends when the last seed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4A2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4A2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falls into an empty hole.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2181225" y="2286000"/>
            <a:ext cx="253365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🎯 OBJECTIVE</a:t>
            </a:r>
            <a:endParaRPr lang="en-US" sz="1425" dirty="0"/>
          </a:p>
        </p:txBody>
      </p:sp>
      <p:sp>
        <p:nvSpPr>
          <p:cNvPr id="13" name="Text 4"/>
          <p:cNvSpPr/>
          <p:nvPr/>
        </p:nvSpPr>
        <p:spPr>
          <a:xfrm>
            <a:off x="2181225" y="3714750"/>
            <a:ext cx="253365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📜 THE BOARD</a:t>
            </a:r>
            <a:endParaRPr lang="en-US" sz="1425" dirty="0"/>
          </a:p>
        </p:txBody>
      </p:sp>
      <p:sp>
        <p:nvSpPr>
          <p:cNvPr id="14" name="Text 5"/>
          <p:cNvSpPr/>
          <p:nvPr/>
        </p:nvSpPr>
        <p:spPr>
          <a:xfrm>
            <a:off x="2181225" y="5191125"/>
            <a:ext cx="231648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🔄 THE FLOW</a:t>
            </a:r>
            <a:endParaRPr lang="en-US" sz="1425" dirty="0"/>
          </a:p>
        </p:txBody>
      </p:sp>
      <p:sp>
        <p:nvSpPr>
          <p:cNvPr id="15" name="Text 6"/>
          <p:cNvSpPr/>
          <p:nvPr/>
        </p:nvSpPr>
        <p:spPr>
          <a:xfrm>
            <a:off x="7667625" y="4667250"/>
            <a:ext cx="18288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KEY RULE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11325225" y="6534150"/>
            <a:ext cx="6477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75"/>
              </a:lnSpc>
              <a:buNone/>
            </a:pPr>
            <a:r>
              <a:rPr lang="en-US" sz="127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02</a:t>
            </a:r>
            <a:endParaRPr lang="en-US" sz="1275" dirty="0"/>
          </a:p>
        </p:txBody>
      </p:sp>
      <p:sp>
        <p:nvSpPr>
          <p:cNvPr id="17" name="Text 8"/>
          <p:cNvSpPr/>
          <p:nvPr/>
        </p:nvSpPr>
        <p:spPr>
          <a:xfrm>
            <a:off x="2181225" y="2609850"/>
            <a:ext cx="422240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Accumulate the most seeds in your Rumah —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your home store at the end of the board.</a:t>
            </a:r>
            <a:endParaRPr lang="en-US" sz="1275" dirty="0"/>
          </a:p>
        </p:txBody>
      </p:sp>
      <p:sp>
        <p:nvSpPr>
          <p:cNvPr id="18" name="Text 9"/>
          <p:cNvSpPr/>
          <p:nvPr/>
        </p:nvSpPr>
        <p:spPr>
          <a:xfrm>
            <a:off x="2181225" y="4038600"/>
            <a:ext cx="4274790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A boat-shaped board with 14 small Kampung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holes in two rows, and 2 large Rumah at each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end. Each Kampung begins with 7 seeds.</a:t>
            </a:r>
            <a:endParaRPr lang="en-US" sz="1275" dirty="0"/>
          </a:p>
        </p:txBody>
      </p:sp>
      <p:sp>
        <p:nvSpPr>
          <p:cNvPr id="19" name="Text 10"/>
          <p:cNvSpPr/>
          <p:nvPr/>
        </p:nvSpPr>
        <p:spPr>
          <a:xfrm>
            <a:off x="2181225" y="5505450"/>
            <a:ext cx="4086225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Players sow seeds clockwise, dropping one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seed per hole. Drop into your own Rumah —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always skip the opponent's.</a:t>
            </a:r>
            <a:endParaRPr lang="en-US" sz="1275" dirty="0"/>
          </a:p>
        </p:txBody>
      </p:sp>
      <p:sp>
        <p:nvSpPr>
          <p:cNvPr id="20" name="Text 11"/>
          <p:cNvSpPr/>
          <p:nvPr/>
        </p:nvSpPr>
        <p:spPr>
          <a:xfrm>
            <a:off x="7667625" y="5667375"/>
            <a:ext cx="301749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A2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Land in your Rumah? Play again.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A2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
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A2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Land on seeds? Keep sowing.</a:t>
            </a:r>
            <a:endParaRPr lang="en-US" sz="1275" dirty="0"/>
          </a:p>
        </p:txBody>
      </p:sp>
      <p:sp>
        <p:nvSpPr>
          <p:cNvPr id="21" name="Text 12"/>
          <p:cNvSpPr/>
          <p:nvPr/>
        </p:nvSpPr>
        <p:spPr>
          <a:xfrm>
            <a:off x="7058025" y="3943350"/>
            <a:ext cx="5133975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4A2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“Sowing seeds clockwise — the heartbeat of Congkak”</a:t>
            </a:r>
            <a:endParaRPr lang="en-US" sz="1125" dirty="0"/>
          </a:p>
        </p:txBody>
      </p:sp>
      <p:sp>
        <p:nvSpPr>
          <p:cNvPr id="22" name="Text 13"/>
          <p:cNvSpPr/>
          <p:nvPr/>
        </p:nvSpPr>
        <p:spPr>
          <a:xfrm>
            <a:off x="11744325" y="6534150"/>
            <a:ext cx="4476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D4AF37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05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55" y="1186309"/>
            <a:ext cx="10265569" cy="452616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59" y="260598"/>
            <a:ext cx="499765" cy="48681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68164" y="257175"/>
            <a:ext cx="667404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000" dirty="0">
                <a:solidFill>
                  <a:srgbClr val="F0C95F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Board Components &amp; Setup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11087100" y="400050"/>
            <a:ext cx="8590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0C95F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03 / 05</a:t>
            </a:r>
            <a:endParaRPr lang="en-US" sz="1575" dirty="0"/>
          </a:p>
        </p:txBody>
      </p:sp>
      <p:sp>
        <p:nvSpPr>
          <p:cNvPr id="7" name="Text 2"/>
          <p:cNvSpPr/>
          <p:nvPr/>
        </p:nvSpPr>
        <p:spPr>
          <a:xfrm>
            <a:off x="3243709" y="6153150"/>
            <a:ext cx="5961608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6220E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♦ Setup: 14 Kampung holes × 7 seeds each = 98 seeds in play</a:t>
            </a:r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6220E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6220E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♦ Both Rumah start empty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55" y="6082903"/>
            <a:ext cx="719286" cy="7749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86" y="4080421"/>
            <a:ext cx="670471" cy="6788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96" y="4080421"/>
            <a:ext cx="658267" cy="6788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569" y="4073575"/>
            <a:ext cx="670471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486" y="1940719"/>
            <a:ext cx="5852071" cy="202986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85875" y="523875"/>
            <a:ext cx="10058400" cy="6234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909"/>
              </a:lnSpc>
              <a:buNone/>
            </a:pPr>
            <a:r>
              <a:rPr lang="en-US" sz="4125" dirty="0">
                <a:solidFill>
                  <a:srgbClr val="4A2A0A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The Sowing Cycle</a:t>
            </a:r>
            <a:endParaRPr lang="en-US" sz="4125" dirty="0"/>
          </a:p>
        </p:txBody>
      </p:sp>
      <p:sp>
        <p:nvSpPr>
          <p:cNvPr id="9" name="Text 1"/>
          <p:cNvSpPr/>
          <p:nvPr/>
        </p:nvSpPr>
        <p:spPr>
          <a:xfrm>
            <a:off x="1295400" y="1181100"/>
            <a:ext cx="6092190" cy="4686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0"/>
              </a:lnSpc>
              <a:buNone/>
            </a:pPr>
            <a:r>
              <a:rPr lang="en-US" sz="3075" i="1" dirty="0">
                <a:solidFill>
                  <a:srgbClr val="0A563C"/>
                </a:solidFill>
                <a:latin typeface="CinzelDecorative-Bold" pitchFamily="34" charset="0"/>
                <a:ea typeface="CinzelDecorative-Bold" pitchFamily="34" charset="-122"/>
                <a:cs typeface="CinzelDecorative-Bold" pitchFamily="34" charset="-120"/>
              </a:rPr>
              <a:t>&amp; Extra Turns</a:t>
            </a:r>
            <a:endParaRPr lang="en-US" sz="3075" dirty="0"/>
          </a:p>
        </p:txBody>
      </p:sp>
      <p:sp>
        <p:nvSpPr>
          <p:cNvPr id="10" name="Text 2"/>
          <p:cNvSpPr/>
          <p:nvPr/>
        </p:nvSpPr>
        <p:spPr>
          <a:xfrm>
            <a:off x="1763018" y="4752975"/>
            <a:ext cx="2493615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F0E68C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Menyemai (Sowing)</a:t>
            </a:r>
            <a:endParaRPr lang="en-US" sz="1575" dirty="0"/>
          </a:p>
        </p:txBody>
      </p:sp>
      <p:sp>
        <p:nvSpPr>
          <p:cNvPr id="11" name="Text 3"/>
          <p:cNvSpPr/>
          <p:nvPr/>
        </p:nvSpPr>
        <p:spPr>
          <a:xfrm>
            <a:off x="5305871" y="4752975"/>
            <a:ext cx="2294483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F0E68C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Relay Play (Terus)</a:t>
            </a:r>
            <a:endParaRPr lang="en-US" sz="1575" dirty="0"/>
          </a:p>
        </p:txBody>
      </p:sp>
      <p:sp>
        <p:nvSpPr>
          <p:cNvPr id="12" name="Text 4"/>
          <p:cNvSpPr/>
          <p:nvPr/>
        </p:nvSpPr>
        <p:spPr>
          <a:xfrm>
            <a:off x="8499128" y="4752975"/>
            <a:ext cx="2870746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F0E68C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Extra Turn (Gimbahan)</a:t>
            </a:r>
            <a:endParaRPr lang="en-US" sz="1575" dirty="0"/>
          </a:p>
        </p:txBody>
      </p:sp>
      <p:sp>
        <p:nvSpPr>
          <p:cNvPr id="13" name="Text 5"/>
          <p:cNvSpPr/>
          <p:nvPr/>
        </p:nvSpPr>
        <p:spPr>
          <a:xfrm>
            <a:off x="1100138" y="238125"/>
            <a:ext cx="2619375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Gameplay Mechanics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2135981" y="5057775"/>
            <a:ext cx="162401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Sowing Act</a:t>
            </a:r>
            <a:endParaRPr lang="en-US" sz="1125" dirty="0"/>
          </a:p>
        </p:txBody>
      </p:sp>
      <p:sp>
        <p:nvSpPr>
          <p:cNvPr id="15" name="Text 7"/>
          <p:cNvSpPr/>
          <p:nvPr/>
        </p:nvSpPr>
        <p:spPr>
          <a:xfrm>
            <a:off x="5233988" y="5057775"/>
            <a:ext cx="240982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Landing in an Occupied Hole</a:t>
            </a:r>
            <a:endParaRPr lang="en-US" sz="1125" dirty="0"/>
          </a:p>
        </p:txBody>
      </p:sp>
      <p:sp>
        <p:nvSpPr>
          <p:cNvPr id="16" name="Text 8"/>
          <p:cNvSpPr/>
          <p:nvPr/>
        </p:nvSpPr>
        <p:spPr>
          <a:xfrm>
            <a:off x="9169152" y="5057775"/>
            <a:ext cx="154007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Extra Turn Reward</a:t>
            </a:r>
            <a:endParaRPr lang="en-US" sz="1125" dirty="0"/>
          </a:p>
        </p:txBody>
      </p:sp>
      <p:sp>
        <p:nvSpPr>
          <p:cNvPr id="17" name="Text 9"/>
          <p:cNvSpPr/>
          <p:nvPr/>
        </p:nvSpPr>
        <p:spPr>
          <a:xfrm>
            <a:off x="1464469" y="5419725"/>
            <a:ext cx="2986088" cy="638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up all seeds from any of your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Kampung holes. Drop one seed into each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hole clockwise — including your own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Rumah, but skipping your opponent's.</a:t>
            </a:r>
            <a:endParaRPr lang="en-US" sz="975" dirty="0"/>
          </a:p>
        </p:txBody>
      </p:sp>
      <p:sp>
        <p:nvSpPr>
          <p:cNvPr id="18" name="Text 10"/>
          <p:cNvSpPr/>
          <p:nvPr/>
        </p:nvSpPr>
        <p:spPr>
          <a:xfrm>
            <a:off x="4900613" y="5419725"/>
            <a:ext cx="3038475" cy="479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your last seed lands in a hole that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already contains seeds, scoop them all up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continue sowing without stopping.</a:t>
            </a:r>
            <a:endParaRPr lang="en-US" sz="975" dirty="0"/>
          </a:p>
        </p:txBody>
      </p:sp>
      <p:sp>
        <p:nvSpPr>
          <p:cNvPr id="19" name="Text 11"/>
          <p:cNvSpPr/>
          <p:nvPr/>
        </p:nvSpPr>
        <p:spPr>
          <a:xfrm>
            <a:off x="8279606" y="5419725"/>
            <a:ext cx="3300413" cy="479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your last seed lands exactly in your own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Rumah, you earn a bonus turn. Choose any of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258"/>
              </a:lnSpc>
              <a:buNone/>
            </a:pPr>
            <a:r>
              <a:rPr lang="en-US" sz="975" dirty="0">
                <a:solidFill>
                  <a:srgbClr val="4A2A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Kampung holes and begin sowing again.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294" y="6391573"/>
            <a:ext cx="377875" cy="36343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71" y="6384727"/>
            <a:ext cx="402282" cy="3702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65" y="1714500"/>
            <a:ext cx="5047357" cy="401181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846" y="647700"/>
            <a:ext cx="5018633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000" spc="60" kern="0" dirty="0">
                <a:ln w="9525">
                  <a:solidFill>
                    <a:srgbClr val="4B0082"/>
                  </a:solidFill>
                </a:ln>
                <a:solidFill>
                  <a:srgbClr val="F0E68C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Capturing &amp; Scoring</a:t>
            </a:r>
            <a:endParaRPr lang="en-US" sz="3000" dirty="0"/>
          </a:p>
        </p:txBody>
      </p:sp>
      <p:sp>
        <p:nvSpPr>
          <p:cNvPr id="7" name="Text 1"/>
          <p:cNvSpPr/>
          <p:nvPr/>
        </p:nvSpPr>
        <p:spPr>
          <a:xfrm>
            <a:off x="1849189" y="1238250"/>
            <a:ext cx="3111698" cy="3591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28"/>
              </a:lnSpc>
              <a:buNone/>
            </a:pPr>
            <a:r>
              <a:rPr lang="en-US" sz="2175" b="1" i="1" dirty="0">
                <a:solidFill>
                  <a:srgbClr val="FAFAD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Art of Tembak</a:t>
            </a:r>
            <a:endParaRPr lang="en-US" sz="2175" dirty="0"/>
          </a:p>
        </p:txBody>
      </p:sp>
      <p:sp>
        <p:nvSpPr>
          <p:cNvPr id="8" name="Text 2"/>
          <p:cNvSpPr/>
          <p:nvPr/>
        </p:nvSpPr>
        <p:spPr>
          <a:xfrm>
            <a:off x="1809750" y="4648200"/>
            <a:ext cx="45720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Winning the Game</a:t>
            </a:r>
            <a:endParaRPr lang="en-US" sz="1875" dirty="0"/>
          </a:p>
        </p:txBody>
      </p:sp>
      <p:sp>
        <p:nvSpPr>
          <p:cNvPr id="9" name="Text 3"/>
          <p:cNvSpPr/>
          <p:nvPr/>
        </p:nvSpPr>
        <p:spPr>
          <a:xfrm>
            <a:off x="1809750" y="3600450"/>
            <a:ext cx="62865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Scoring into the Rumah</a:t>
            </a:r>
            <a:endParaRPr lang="en-US" sz="1875" dirty="0"/>
          </a:p>
        </p:txBody>
      </p:sp>
      <p:sp>
        <p:nvSpPr>
          <p:cNvPr id="10" name="Text 4"/>
          <p:cNvSpPr/>
          <p:nvPr/>
        </p:nvSpPr>
        <p:spPr>
          <a:xfrm>
            <a:off x="1809750" y="2000250"/>
            <a:ext cx="57150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Tembak — The Capture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1809750" y="5181600"/>
            <a:ext cx="4452938" cy="7201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The game ends when ALL Kampung holes are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empty. Count the seeds in each Rumah — the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player with the most seeds wins.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809750" y="3990975"/>
            <a:ext cx="4505325" cy="7201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All captured seeds travel to your Rumah (home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store). Every seed in your Rumah at game's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end counts as one point.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809750" y="2419350"/>
            <a:ext cx="4557713" cy="960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When your last seed lands in an empty hole on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YOUR side, you capture all seeds from the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opponent's hole directly opposite — plus your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AFAD2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own final seed.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2003971" y="6362700"/>
            <a:ext cx="913626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spc="60" kern="0" dirty="0">
                <a:solidFill>
                  <a:srgbClr val="F0E68C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Most Seeds in the Rumah Wins — Count carefully, play wisely.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2319784" y="285750"/>
            <a:ext cx="2189708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spc="60" kern="0" dirty="0">
                <a:solidFill>
                  <a:srgbClr val="F0E68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Strategic Moves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9466362" y="1209675"/>
            <a:ext cx="1917353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Opponent's seeds</a:t>
            </a:r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
</a:t>
            </a:r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— captured!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066508" y="1085850"/>
            <a:ext cx="106858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Last seed</a:t>
            </a:r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
</a:t>
            </a:r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8B00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lands here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1207740" y="2181225"/>
            <a:ext cx="251371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FD7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01</a:t>
            </a:r>
            <a:endParaRPr lang="en-US" sz="1275" dirty="0"/>
          </a:p>
        </p:txBody>
      </p:sp>
      <p:sp>
        <p:nvSpPr>
          <p:cNvPr id="19" name="Text 13"/>
          <p:cNvSpPr/>
          <p:nvPr/>
        </p:nvSpPr>
        <p:spPr>
          <a:xfrm>
            <a:off x="1207740" y="3714750"/>
            <a:ext cx="251371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FD7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02</a:t>
            </a:r>
            <a:endParaRPr lang="en-US" sz="1275" dirty="0"/>
          </a:p>
        </p:txBody>
      </p:sp>
      <p:sp>
        <p:nvSpPr>
          <p:cNvPr id="20" name="Text 14"/>
          <p:cNvSpPr/>
          <p:nvPr/>
        </p:nvSpPr>
        <p:spPr>
          <a:xfrm>
            <a:off x="1207740" y="4981575"/>
            <a:ext cx="251371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FD700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03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2026-05-06T03:58:05Z</dcterms:created>
  <dcterms:modified xsi:type="dcterms:W3CDTF">2026-05-06T03:58:05Z</dcterms:modified>
</cp:coreProperties>
</file>