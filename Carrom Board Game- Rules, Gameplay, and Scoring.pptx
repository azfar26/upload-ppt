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embeddedFontLst>
    <p:embeddedFont>
      <p:font typeface="Poppins"/>
      <p:regular r:id="rId201314"/>
      <p:bold r:id="rId301314"/>
    </p:embeddedFont>
    <p:embeddedFont>
      <p:font typeface="Lato"/>
      <p:regular r:id="rId201315"/>
      <p:bold r:id="rId3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301314" Target="fonts/301314.fntdata" Type="http://schemas.openxmlformats.org/officeDocument/2006/relationships/font"/><Relationship Id="rId301315" Target="fonts/3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2690" y="575965"/>
            <a:ext cx="5059561" cy="571946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59" y="5637163"/>
            <a:ext cx="402282" cy="40451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859" y="4882753"/>
            <a:ext cx="402282" cy="37713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859" y="4121646"/>
            <a:ext cx="402282" cy="397669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859" y="3346698"/>
            <a:ext cx="402282" cy="418207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676275" y="857250"/>
            <a:ext cx="4400550" cy="13031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5130"/>
              </a:lnSpc>
              <a:buNone/>
            </a:pPr>
            <a:r>
              <a:rPr lang="en-US" sz="4500" b="1" dirty="0">
                <a:solidFill>
                  <a:srgbClr val="FFC06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Carrom</a:t>
            </a:r>
            <a:pPr indent="0" marL="0">
              <a:lnSpc>
                <a:spcPts val="5130"/>
              </a:lnSpc>
              <a:buNone/>
            </a:pPr>
            <a:r>
              <a:rPr lang="en-US" sz="4500" b="1" dirty="0">
                <a:solidFill>
                  <a:srgbClr val="FFC06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indent="0" marL="0">
              <a:lnSpc>
                <a:spcPts val="5130"/>
              </a:lnSpc>
              <a:buNone/>
            </a:pPr>
            <a:r>
              <a:rPr lang="en-US" sz="4500" b="1" dirty="0">
                <a:solidFill>
                  <a:srgbClr val="FFC06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Board Game</a:t>
            </a:r>
            <a:endParaRPr lang="en-US" sz="4500" dirty="0"/>
          </a:p>
        </p:txBody>
      </p:sp>
      <p:sp>
        <p:nvSpPr>
          <p:cNvPr id="9" name="Text 1"/>
          <p:cNvSpPr/>
          <p:nvPr/>
        </p:nvSpPr>
        <p:spPr>
          <a:xfrm>
            <a:off x="809625" y="2447925"/>
            <a:ext cx="4754880" cy="17368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68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Rules • Gameplay • Scoring</a:t>
            </a:r>
            <a:endParaRPr lang="en-US" sz="1200" dirty="0"/>
          </a:p>
        </p:txBody>
      </p:sp>
      <p:sp>
        <p:nvSpPr>
          <p:cNvPr id="10" name="Text 2"/>
          <p:cNvSpPr/>
          <p:nvPr/>
        </p:nvSpPr>
        <p:spPr>
          <a:xfrm>
            <a:off x="1162050" y="3324225"/>
            <a:ext cx="4114800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C06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BOARD &amp; PIECES</a:t>
            </a:r>
            <a:endParaRPr lang="en-US" sz="1500" dirty="0"/>
          </a:p>
        </p:txBody>
      </p:sp>
      <p:sp>
        <p:nvSpPr>
          <p:cNvPr id="11" name="Text 3"/>
          <p:cNvSpPr/>
          <p:nvPr/>
        </p:nvSpPr>
        <p:spPr>
          <a:xfrm>
            <a:off x="1162050" y="4095750"/>
            <a:ext cx="5943600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C06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BREAK &amp; STRIKING RULES</a:t>
            </a:r>
            <a:endParaRPr lang="en-US" sz="1500" dirty="0"/>
          </a:p>
        </p:txBody>
      </p:sp>
      <p:sp>
        <p:nvSpPr>
          <p:cNvPr id="12" name="Text 4"/>
          <p:cNvSpPr/>
          <p:nvPr/>
        </p:nvSpPr>
        <p:spPr>
          <a:xfrm>
            <a:off x="1162050" y="4857750"/>
            <a:ext cx="4114800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C06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COVERING THE QUEEN</a:t>
            </a:r>
            <a:endParaRPr lang="en-US" sz="1500" dirty="0"/>
          </a:p>
        </p:txBody>
      </p:sp>
      <p:sp>
        <p:nvSpPr>
          <p:cNvPr id="13" name="Text 5"/>
          <p:cNvSpPr/>
          <p:nvPr/>
        </p:nvSpPr>
        <p:spPr>
          <a:xfrm>
            <a:off x="1162050" y="5629275"/>
            <a:ext cx="5943600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C06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ICF SCORING • COMMON FOULS</a:t>
            </a:r>
            <a:endParaRPr lang="en-US" sz="1500" dirty="0"/>
          </a:p>
        </p:txBody>
      </p:sp>
      <p:sp>
        <p:nvSpPr>
          <p:cNvPr id="14" name="Text 6"/>
          <p:cNvSpPr/>
          <p:nvPr/>
        </p:nvSpPr>
        <p:spPr>
          <a:xfrm>
            <a:off x="1162050" y="3600450"/>
            <a:ext cx="11029950" cy="1966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48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29" square board · 9 white · 9 black · 1 Red Queen · 1 Striker</a:t>
            </a:r>
            <a:endParaRPr lang="en-US" sz="1200" dirty="0"/>
          </a:p>
        </p:txBody>
      </p:sp>
      <p:sp>
        <p:nvSpPr>
          <p:cNvPr id="15" name="Text 7"/>
          <p:cNvSpPr/>
          <p:nvPr/>
        </p:nvSpPr>
        <p:spPr>
          <a:xfrm>
            <a:off x="1162050" y="4352925"/>
            <a:ext cx="11029950" cy="1966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48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Flick the striker from the baseline · Pocket your color · Take extra turns</a:t>
            </a:r>
            <a:endParaRPr lang="en-US" sz="1200" dirty="0"/>
          </a:p>
        </p:txBody>
      </p:sp>
      <p:sp>
        <p:nvSpPr>
          <p:cNvPr id="16" name="Text 8"/>
          <p:cNvSpPr/>
          <p:nvPr/>
        </p:nvSpPr>
        <p:spPr>
          <a:xfrm>
            <a:off x="1162050" y="5143500"/>
            <a:ext cx="10728960" cy="1966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48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Pocket the Queen · Follow with your piece · Worth 3 points</a:t>
            </a:r>
            <a:endParaRPr lang="en-US" sz="1200" dirty="0"/>
          </a:p>
        </p:txBody>
      </p:sp>
      <p:sp>
        <p:nvSpPr>
          <p:cNvPr id="17" name="Text 9"/>
          <p:cNvSpPr/>
          <p:nvPr/>
        </p:nvSpPr>
        <p:spPr>
          <a:xfrm>
            <a:off x="1162050" y="5905500"/>
            <a:ext cx="11029950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51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First to 25 points wins · Scratch = lose a turn + return a piece</a:t>
            </a:r>
            <a:endParaRPr lang="en-US" sz="1125" dirty="0"/>
          </a:p>
        </p:txBody>
      </p:sp>
      <p:sp>
        <p:nvSpPr>
          <p:cNvPr id="18" name="Text 10"/>
          <p:cNvSpPr/>
          <p:nvPr/>
        </p:nvSpPr>
        <p:spPr>
          <a:xfrm>
            <a:off x="628650" y="6400800"/>
            <a:ext cx="7787640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88888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*International Carrom Federation (ICF) Standards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2026-05-06T06:36:50Z</dcterms:created>
  <dcterms:modified xsi:type="dcterms:W3CDTF">2026-05-06T06:36:50Z</dcterms:modified>
</cp:coreProperties>
</file>